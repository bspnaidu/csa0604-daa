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  <p:sldId id="268" r:id="rId11"/>
    <p:sldId id="269" r:id="rId12"/>
    <p:sldId id="270" r:id="rId13"/>
    <p:sldId id="271" r:id="rId14"/>
    <p:sldId id="272" r:id="rId15"/>
    <p:sldId id="266" r:id="rId16"/>
    <p:sldId id="267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2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9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1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9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5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9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42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7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5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07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28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6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55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93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7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81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767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0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798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951060" cy="3213982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Concept Understanding Analyzer (VBCUA)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4898923"/>
            <a:ext cx="4552335" cy="1678858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Presented By: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Bhavani Sankar(1924111238)</a:t>
            </a:r>
          </a:p>
          <a:p>
            <a:pPr>
              <a:defRPr sz="2200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Shreevinisha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(1924710490</a:t>
            </a:r>
          </a:p>
          <a:p>
            <a:pPr>
              <a:defRPr sz="22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D137D-8CB7-F898-37E0-3FE638373B1D}"/>
              </a:ext>
            </a:extLst>
          </p:cNvPr>
          <p:cNvSpPr txBox="1"/>
          <p:nvPr/>
        </p:nvSpPr>
        <p:spPr>
          <a:xfrm>
            <a:off x="2187678" y="280219"/>
            <a:ext cx="52651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A89AFED8-1EC9-4564-7E03-074D34742A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2852" y="255674"/>
            <a:ext cx="1520062" cy="1219579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FB888BF8-7AB4-1776-DEE2-FBFED99DEFD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774" y="295004"/>
            <a:ext cx="1360060" cy="1180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666E2E-35D9-B9E2-1945-BB859FD00838}"/>
              </a:ext>
            </a:extLst>
          </p:cNvPr>
          <p:cNvSpPr txBox="1"/>
          <p:nvPr/>
        </p:nvSpPr>
        <p:spPr>
          <a:xfrm>
            <a:off x="993058" y="5181600"/>
            <a:ext cx="2030299" cy="11339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BY:-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Bindu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805" y="1140814"/>
            <a:ext cx="7511473" cy="1215051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496" y="2149388"/>
            <a:ext cx="8607007" cy="40411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evaluates a student's conceptual understanding through voice.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Whisper converts the student's speech into text.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compares the student's answer with the reference answer. 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speech quality and fluency.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scores, feedback, PDF reports, and stores the results.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25A0E-4B39-DBE4-8B11-BCFB97195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05" y="0"/>
            <a:ext cx="8202170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760" y="1276187"/>
            <a:ext cx="7511473" cy="131248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297" y="2248753"/>
            <a:ext cx="8642555" cy="404116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oral examinations require manual evaluation.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assessment is time-consuming and may be inconsistent.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mainly perform speech-to-text conversion.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 not evaluate the student's conceptual understanding.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AI to provide automatic and intelligent assessment.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1C8523-2276-74CA-AF33-41220CDEE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0"/>
            <a:ext cx="8427279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51" y="967122"/>
            <a:ext cx="7511473" cy="131248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831" y="2243650"/>
            <a:ext cx="9153831" cy="40411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Concept Understanding Analyser (VBCUA)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AI-based system that evaluates a student's conceptual understanding through voice.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records or uploads a spoken answer, which is converted into text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Whisper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answer is then compared with the reference answer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speech quality and fluency.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system generates a score, feedback, and a PDF report, and stores the analysis history in an SQLite database.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faster, more accurate, and consistent method of student assessment compared to traditional manual evaluation.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8A957-93E5-F21C-BBE5-586838F7A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07" y="0"/>
            <a:ext cx="8202170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4CB31-A990-28E6-3BCC-E6FE70883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37" y="1372766"/>
            <a:ext cx="7511473" cy="13124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80A0D-D736-7FC8-233A-A4F32CE0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0" y="2816838"/>
            <a:ext cx="7511472" cy="4041162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oral evaluation requires significant time and effort.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may vary due to different evaluator opinions.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focus mainly on speech recognition.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feedback and report generation are often unavailable.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voice-based assessment system is required. </a:t>
            </a:r>
          </a:p>
          <a:p>
            <a:pPr algn="just"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501AD-7710-071B-6F60-61E0654F2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07" y="19664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48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5CA5F-180C-19BB-C701-FC26826BB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70" y="1530767"/>
            <a:ext cx="7511473" cy="13124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PRAPOSED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53B77-06DA-C9F3-A890-B124B662A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61" y="2655034"/>
            <a:ext cx="7511472" cy="4041162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voice assessment application.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speech into text using OpenAI Whisper.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answers using Sentence-BERT semantic analysis.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speech quality using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store results in an SQLite database. </a:t>
            </a:r>
          </a:p>
          <a:p>
            <a:pPr algn="just"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3D0BC-CB02-19D9-293E-49DA33E6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61" y="78659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8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67" y="1686217"/>
            <a:ext cx="7511473" cy="944937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74453D9-9C87-FF7A-F449-EC739AE1B1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8840902"/>
              </p:ext>
            </p:extLst>
          </p:nvPr>
        </p:nvGraphicFramePr>
        <p:xfrm>
          <a:off x="129305" y="2631154"/>
          <a:ext cx="9014695" cy="4226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939">
                  <a:extLst>
                    <a:ext uri="{9D8B030D-6E8A-4147-A177-3AD203B41FA5}">
                      <a16:colId xmlns:a16="http://schemas.microsoft.com/office/drawing/2014/main" val="1795008042"/>
                    </a:ext>
                  </a:extLst>
                </a:gridCol>
                <a:gridCol w="1802939">
                  <a:extLst>
                    <a:ext uri="{9D8B030D-6E8A-4147-A177-3AD203B41FA5}">
                      <a16:colId xmlns:a16="http://schemas.microsoft.com/office/drawing/2014/main" val="4227757009"/>
                    </a:ext>
                  </a:extLst>
                </a:gridCol>
                <a:gridCol w="1802939">
                  <a:extLst>
                    <a:ext uri="{9D8B030D-6E8A-4147-A177-3AD203B41FA5}">
                      <a16:colId xmlns:a16="http://schemas.microsoft.com/office/drawing/2014/main" val="1469622030"/>
                    </a:ext>
                  </a:extLst>
                </a:gridCol>
                <a:gridCol w="1802939">
                  <a:extLst>
                    <a:ext uri="{9D8B030D-6E8A-4147-A177-3AD203B41FA5}">
                      <a16:colId xmlns:a16="http://schemas.microsoft.com/office/drawing/2014/main" val="2220353947"/>
                    </a:ext>
                  </a:extLst>
                </a:gridCol>
                <a:gridCol w="1802939">
                  <a:extLst>
                    <a:ext uri="{9D8B030D-6E8A-4147-A177-3AD203B41FA5}">
                      <a16:colId xmlns:a16="http://schemas.microsoft.com/office/drawing/2014/main" val="2096418815"/>
                    </a:ext>
                  </a:extLst>
                </a:gridCol>
              </a:tblGrid>
              <a:tr h="417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898301"/>
                  </a:ext>
                </a:extLst>
              </a:tr>
              <a:tr h="926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Alec Radford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Transferable Visual Models From Natural Language Supervision (CLIP)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designed for speech assessment.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439258"/>
                  </a:ext>
                </a:extLst>
              </a:tr>
              <a:tr h="72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Alec Radford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Speech Recognition via Large-Scale Weak Supervision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Whisper, ASR, 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converts speech to text.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823595"/>
                  </a:ext>
                </a:extLst>
              </a:tr>
              <a:tr h="72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Johnson A.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Oral Language Assessment Using Large Language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Whisper, BERT,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report generation or database.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256547"/>
                  </a:ext>
                </a:extLst>
              </a:tr>
              <a:tr h="72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Speech Recognition in Language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ASR,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pronunciation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151830"/>
                  </a:ext>
                </a:extLst>
              </a:tr>
              <a:tr h="72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Owen Henkel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Supporting Literacy Assessment Using Speech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Whisper V2,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reading, not concept understanding.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0201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3E60AB0-1069-3976-3E0B-2F3DBD71B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79" y="277824"/>
            <a:ext cx="7511473" cy="131248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F695FE8-4E24-63F5-87DE-52AAA4EDE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16" y="1769680"/>
            <a:ext cx="8524567" cy="48964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573" y="1252258"/>
            <a:ext cx="7511473" cy="131248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7" y="2060898"/>
            <a:ext cx="8858865" cy="404116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Authentication Module – Register and Login users securely.</a:t>
            </a:r>
          </a:p>
          <a:p>
            <a:pPr algn="just">
              <a:lnSpc>
                <a:spcPct val="150000"/>
              </a:lnSpc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Speech Recognition Module – Converts voice into text using Whisper.</a:t>
            </a:r>
          </a:p>
          <a:p>
            <a:pPr algn="just">
              <a:lnSpc>
                <a:spcPct val="150000"/>
              </a:lnSpc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Analysis Module – Uses Sentence-BERT to compare meanings.</a:t>
            </a:r>
          </a:p>
          <a:p>
            <a:pPr algn="just">
              <a:lnSpc>
                <a:spcPct val="150000"/>
              </a:lnSpc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 Analysis Module – Evaluates fluency using Libros.</a:t>
            </a:r>
          </a:p>
          <a:p>
            <a:pPr algn="just">
              <a:lnSpc>
                <a:spcPct val="150000"/>
              </a:lnSpc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 &amp; Database Module – Generates reports and stores history in SQLite.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E16EB-E3B7-2AA7-1382-9321E17B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ECC5B-7AA4-6522-CFD5-32904D138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50" y="1252258"/>
            <a:ext cx="7511473" cy="131248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2C64-9FE8-406C-E81B-542CF810A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2621337"/>
            <a:ext cx="8231497" cy="4041162"/>
          </a:xfrm>
        </p:spPr>
        <p:txBody>
          <a:bodyPr>
            <a:normAutofit/>
          </a:bodyPr>
          <a:lstStyle/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registration and login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functionality.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 credentials before allowing access to the application.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individual user accounts and profiles.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users from accessing analysis results.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personalized workspace for storing and viewing user history.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17FF2-EFC9-3000-D044-77FDD2BBB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12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E3D3-E545-8430-E0DA-7FF14192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47" y="1210534"/>
            <a:ext cx="7511473" cy="131248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Speech Recognition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36CD2-94ED-56D8-875A-815B1C8B9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2523014"/>
            <a:ext cx="8064349" cy="4041162"/>
          </a:xfrm>
        </p:spPr>
        <p:txBody>
          <a:bodyPr>
            <a:normAutofit/>
          </a:bodyPr>
          <a:lstStyle/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audio input through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 or uploaded audio files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Whisper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speech into text.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different speaking styles and accents.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the transcribed text for further analysis.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the transcription to the semantic and audio analysis modules.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F9C7E-22EF-C40A-ED72-6015D6C56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84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7644-5EDF-208E-F40B-1C78F73CC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869" y="1136792"/>
            <a:ext cx="7511473" cy="131248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Semantic Analysis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E8C01-4B3E-D152-2E1A-2D0015624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425" y="2633775"/>
            <a:ext cx="8526465" cy="4041162"/>
          </a:xfrm>
        </p:spPr>
        <p:txBody>
          <a:bodyPr/>
          <a:lstStyle/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(SBERT)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meaning of the student's response.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student's explanation with the expected concept.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responses.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whether the student has understood the main concept.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understanding score based on semantic similarity.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167C1-82DF-BF5D-8CA9-AF46673D3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98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088AB-C04F-92B2-3A75-6CF01CF9C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50" y="1252258"/>
            <a:ext cx="7511473" cy="131248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Audio Analysis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0BC78-EBE3-AC18-19B7-6402AC266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2816838"/>
            <a:ext cx="8172504" cy="4041162"/>
          </a:xfrm>
        </p:spPr>
        <p:txBody>
          <a:bodyPr>
            <a:normAutofit/>
          </a:bodyPr>
          <a:lstStyle/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important features from the audio. </a:t>
            </a:r>
          </a:p>
          <a:p>
            <a:pPr lvl="0">
              <a:lnSpc>
                <a:spcPct val="20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characteristics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pitch, energy, and speaking 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evaluate the student's speech fluency.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variations in speaking patterns and pauses.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audio characteristics with other analysis results to evaluate overall performance.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1259C-949A-AF60-B54F-1D9AFF9F5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18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6B19-39E6-8E6A-F00A-6CA43430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076" y="1362934"/>
            <a:ext cx="7511473" cy="1312480"/>
          </a:xfrm>
        </p:spPr>
        <p:txBody>
          <a:bodyPr/>
          <a:lstStyle/>
          <a:p>
            <a:r>
              <a:rPr lang="en-IN" dirty="0"/>
              <a:t>5. Report &amp; Database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79850-DAC0-F526-173F-FA53E14D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405" y="2472709"/>
            <a:ext cx="8084014" cy="4041162"/>
          </a:xfrm>
        </p:spPr>
        <p:txBody>
          <a:bodyPr/>
          <a:lstStyle/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detailed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report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scores and feedback.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user information and analysis history.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previous transcription and evaluation results.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review their previous performance.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downloadable reports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learning progress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0B051-E5A0-E4CE-C3A9-0264237F5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71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036E3-1099-8E92-DD7F-5B2312D94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34" y="1252258"/>
            <a:ext cx="7511473" cy="13124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CF539-ABF1-49B5-E804-3A1C040DC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2272682"/>
            <a:ext cx="9006349" cy="404116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AI-based Voice-Based Concept Understanding Analyser.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secure user registration and login using SQLite. Converted student voice into text using OpenAI Whisper. Evaluated conceptual understanding using Sentence-BERT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speech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scores, feedback, PDF reports, and stored analysis history successfully.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DD7B3-EF3C-DF75-883F-7294849FC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69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63F6-6A3F-D1CF-6FD5-A78767C35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53" y="1404658"/>
            <a:ext cx="7511473" cy="13124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767F9-977F-6CD0-78EC-06955B88F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2060898"/>
            <a:ext cx="8780205" cy="40411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teachers to add custom topics and reference answers dynamically.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semantic evaluation using advanced Large Language Models (LLMs).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the application on cloud platforms for online access. Support multiple languages for voice-based assessment.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 dashboard for teachers to monitor student performance and progress.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BBB91-16E4-0741-9828-EA178B01E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58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4059B-F450-C32D-3792-BA03BA3AB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2076" y="2900516"/>
            <a:ext cx="5208827" cy="1451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FF527-466F-15D0-1304-6776EE133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472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1037</TotalTime>
  <Words>877</Words>
  <Application>Microsoft Office PowerPoint</Application>
  <PresentationFormat>On-screen Show (4:3)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Times New Roman</vt:lpstr>
      <vt:lpstr>Mesh</vt:lpstr>
      <vt:lpstr>Voice-Based Concept Understanding Analyzer (VBCUA)</vt:lpstr>
      <vt:lpstr>Abstract</vt:lpstr>
      <vt:lpstr>Introduction</vt:lpstr>
      <vt:lpstr>Objectives</vt:lpstr>
      <vt:lpstr>PROBLEM STATEMENT</vt:lpstr>
      <vt:lpstr>PRAPOSED SYSTEM</vt:lpstr>
      <vt:lpstr>Literature Survey</vt:lpstr>
      <vt:lpstr>Architecture</vt:lpstr>
      <vt:lpstr>Modules Used</vt:lpstr>
      <vt:lpstr>1. User Authentication Module</vt:lpstr>
      <vt:lpstr>2. Speech Recognition Module</vt:lpstr>
      <vt:lpstr>3. Semantic Analysis Module</vt:lpstr>
      <vt:lpstr>4. Audio Analysis Module</vt:lpstr>
      <vt:lpstr>5. Report &amp; Database Module</vt:lpstr>
      <vt:lpstr>CONCLUSION</vt:lpstr>
      <vt:lpstr>FUTURE 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BHALE DURGAPRASAD</dc:creator>
  <cp:keywords/>
  <dc:description>generated using python-pptx</dc:description>
  <cp:lastModifiedBy>BHALE DURGAPRASAD</cp:lastModifiedBy>
  <cp:revision>8</cp:revision>
  <dcterms:created xsi:type="dcterms:W3CDTF">2013-01-27T09:14:16Z</dcterms:created>
  <dcterms:modified xsi:type="dcterms:W3CDTF">2026-09-03T13:33:41Z</dcterms:modified>
  <cp:category/>
</cp:coreProperties>
</file>